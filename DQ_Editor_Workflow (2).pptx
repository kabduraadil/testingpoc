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91440"/>
            <a:ext cx="2011680" cy="2011680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Editor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4114800" cy="36576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26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Inventory · Dataset Registration · Logical Models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3931920" cy="10972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17320"/>
            <a:ext cx="594360" cy="594360"/>
          </a:xfrm>
          <a:prstGeom prst="ellipse">
            <a:avLst/>
          </a:prstGeom>
          <a:solidFill>
            <a:srgbClr val="2D7DD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Catalogue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26334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Metadata Inventory of Catalogues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280160"/>
            <a:ext cx="3931920" cy="10972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0" y="1417320"/>
            <a:ext cx="594360" cy="59436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103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Registration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983480" y="26334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created on Physical Tables or Logical Models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15968" y="2926080"/>
            <a:ext cx="502920" cy="0"/>
          </a:xfrm>
          <a:prstGeom prst="line">
            <a:avLst/>
          </a:prstGeom>
          <a:noFill/>
          <a:ln w="25400">
            <a:solidFill>
              <a:srgbClr val="2D7DD2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315968" y="2743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7DD2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D1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108960" cy="73152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274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82880" y="100584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" y="24231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Inventory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365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Hosts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83280" y="896112"/>
            <a:ext cx="5486400" cy="36576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9" name="Shape 7"/>
          <p:cNvSpPr/>
          <p:nvPr/>
        </p:nvSpPr>
        <p:spPr>
          <a:xfrm>
            <a:off x="3337560" y="1097280"/>
            <a:ext cx="411480" cy="411480"/>
          </a:xfrm>
          <a:prstGeom prst="ellipse">
            <a:avLst/>
          </a:prstGeom>
          <a:solidFill>
            <a:srgbClr val="2D7DD2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◆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0" y="1097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 / Products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142646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Line-of-business and product hierarchy stored as catalogueable entities.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2011680"/>
            <a:ext cx="411480" cy="411480"/>
          </a:xfrm>
          <a:prstGeom prst="ellipse">
            <a:avLst/>
          </a:prstGeom>
          <a:solidFill>
            <a:srgbClr val="2D7DD2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(Catalogue)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234086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schema structures mapped to physical data sources.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2926080"/>
            <a:ext cx="411480" cy="411480"/>
          </a:xfrm>
          <a:prstGeom prst="ellipse">
            <a:avLst/>
          </a:prstGeom>
          <a:solidFill>
            <a:srgbClr val="2D7DD2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◆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0" y="2926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0" y="325526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table definitions with ownership and lineage tracking.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3840480"/>
            <a:ext cx="411480" cy="411480"/>
          </a:xfrm>
          <a:prstGeom prst="ellipse">
            <a:avLst/>
          </a:prstGeom>
          <a:solidFill>
            <a:srgbClr val="2D7DD2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◆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0" y="3840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Metadata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0" y="416966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metadata including data types, descriptions and classifications.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Dataset Registration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pathways to create Data Quality Rules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3840480" cy="3291840"/>
          </a:xfrm>
          <a:prstGeom prst="rect">
            <a:avLst/>
          </a:prstGeom>
          <a:solidFill>
            <a:srgbClr val="F0F5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3840480" cy="50292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441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Tables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11480" y="2487168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created directly on </a:t>
            </a:r>
            <a:pPr indent="0" marL="0">
              <a:buNone/>
            </a:pPr>
            <a:r>
              <a:rPr lang="en-US" sz="12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Tables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sourced from the Data Catalogue (Point 1).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5204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 to raw physical data structures without pre-joining.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27432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83480" y="1325880"/>
            <a:ext cx="3840480" cy="3291840"/>
          </a:xfrm>
          <a:prstGeom prst="rect">
            <a:avLst/>
          </a:prstGeom>
          <a:solidFill>
            <a:srgbClr val="F0FD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83480" y="1325880"/>
            <a:ext cx="3840480" cy="5029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13441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4920" y="1920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Models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074920" y="2487168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created on </a:t>
            </a:r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Models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pre-joined queries across multiple tables using the Data Catalogue.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35204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complex quality rules spanning multiple related tables.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737360"/>
            <a:ext cx="1737360" cy="1645920"/>
          </a:xfrm>
          <a:prstGeom prst="rect">
            <a:avLst/>
          </a:prstGeom>
          <a:solidFill>
            <a:srgbClr val="1A3A8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737360"/>
            <a:ext cx="1737360" cy="9144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 /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9992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entry point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57400" y="23317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D7DD2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514600" y="1737360"/>
            <a:ext cx="1737360" cy="1645920"/>
          </a:xfrm>
          <a:prstGeom prst="rect">
            <a:avLst/>
          </a:prstGeom>
          <a:solidFill>
            <a:srgbClr val="1A3A8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737360"/>
            <a:ext cx="1737360" cy="9144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06040" y="2331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06040" y="29992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metadata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23317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D7DD2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754880" y="1737360"/>
            <a:ext cx="1737360" cy="1645920"/>
          </a:xfrm>
          <a:prstGeom prst="rect">
            <a:avLst/>
          </a:prstGeom>
          <a:solidFill>
            <a:srgbClr val="1A3A8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737360"/>
            <a:ext cx="1737360" cy="9144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46320" y="2331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29992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inventory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23317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D7DD2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995160" y="1737360"/>
            <a:ext cx="1737360" cy="1645920"/>
          </a:xfrm>
          <a:prstGeom prst="rect">
            <a:avLst/>
          </a:prstGeom>
          <a:solidFill>
            <a:srgbClr val="1A3A8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95160" y="1737360"/>
            <a:ext cx="1737360" cy="9144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086600" y="2331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Rules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86600" y="29992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OR Logical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Models = Pre-joined queries on multiple tables using the Data Catalogue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Quality Editor Workflow</dc:title>
  <dc:subject>PptxGenJS Presentation</dc:subject>
  <dc:creator>PptxGenJS</dc:creator>
  <cp:lastModifiedBy>PptxGenJS</cp:lastModifiedBy>
  <cp:revision>1</cp:revision>
  <dcterms:created xsi:type="dcterms:W3CDTF">2026-04-02T03:39:21Z</dcterms:created>
  <dcterms:modified xsi:type="dcterms:W3CDTF">2026-04-02T03:39:21Z</dcterms:modified>
</cp:coreProperties>
</file>