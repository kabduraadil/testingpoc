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82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Simplified DataHub Syntax &amp; Semantic Check Workflow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3520440" y="6126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66C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Focused on in-scope components only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00100" y="2756916"/>
            <a:ext cx="265176" cy="265176"/>
          </a:xfrm>
          <a:prstGeom prst="ellipse">
            <a:avLst/>
          </a:prstGeom>
          <a:solidFill>
            <a:srgbClr val="08214A"/>
          </a:solidFill>
          <a:ln w="12700">
            <a:solidFill>
              <a:srgbClr val="0821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79349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DQ Editor UI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19456" y="3511296"/>
            <a:ext cx="1417320" cy="1252728"/>
          </a:xfrm>
          <a:prstGeom prst="roundRect">
            <a:avLst>
              <a:gd name="adj" fmla="val 8759"/>
            </a:avLst>
          </a:prstGeom>
          <a:solidFill>
            <a:srgbClr val="F3F8FF"/>
          </a:solidFill>
          <a:ln w="15240">
            <a:solidFill>
              <a:srgbClr val="1F6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" y="3621024"/>
            <a:ext cx="1261872" cy="987552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0795">
            <a:solidFill>
              <a:srgbClr val="0B23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" y="3621024"/>
            <a:ext cx="1261872" cy="201168"/>
          </a:xfrm>
          <a:prstGeom prst="rect">
            <a:avLst/>
          </a:prstGeom>
          <a:solidFill>
            <a:srgbClr val="516987"/>
          </a:solidFill>
          <a:ln w="12700">
            <a:solidFill>
              <a:srgbClr val="5169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3685032"/>
            <a:ext cx="73152" cy="7315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685032"/>
            <a:ext cx="73152" cy="7315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685032"/>
            <a:ext cx="73152" cy="7315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40965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428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77240" y="40965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DB4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14400" y="40965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F4B4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51560" y="40965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428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179576" y="40965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271016" y="40965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DB44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438912" y="4315968"/>
            <a:ext cx="969264" cy="20116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AAB7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71016" y="4357116"/>
            <a:ext cx="73152" cy="73152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0B234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4416552"/>
            <a:ext cx="54864" cy="54864"/>
          </a:xfrm>
          <a:prstGeom prst="line">
            <a:avLst/>
          </a:prstGeom>
          <a:noFill/>
          <a:ln w="15240">
            <a:solidFill>
              <a:srgbClr val="0B234C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811780" y="2756916"/>
            <a:ext cx="265176" cy="265176"/>
          </a:xfrm>
          <a:prstGeom prst="ellipse">
            <a:avLst/>
          </a:prstGeom>
          <a:solidFill>
            <a:srgbClr val="08214A"/>
          </a:solidFill>
          <a:ln w="12700">
            <a:solidFill>
              <a:srgbClr val="0821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279349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41448" y="309981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dataopsrestapi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41448" y="3511296"/>
            <a:ext cx="1078992" cy="1252728"/>
          </a:xfrm>
          <a:prstGeom prst="roundRect">
            <a:avLst>
              <a:gd name="adj" fmla="val 6780"/>
            </a:avLst>
          </a:prstGeom>
          <a:solidFill>
            <a:srgbClr val="F2FAF3"/>
          </a:solidFill>
          <a:ln w="14605">
            <a:solidFill>
              <a:srgbClr val="138A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100" dirty="0">
                <a:solidFill>
                  <a:srgbClr val="4E8F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4100" dirty="0"/>
          </a:p>
        </p:txBody>
      </p:sp>
      <p:sp>
        <p:nvSpPr>
          <p:cNvPr id="27" name="Shape 25"/>
          <p:cNvSpPr/>
          <p:nvPr/>
        </p:nvSpPr>
        <p:spPr>
          <a:xfrm>
            <a:off x="1645920" y="4215384"/>
            <a:ext cx="786384" cy="0"/>
          </a:xfrm>
          <a:prstGeom prst="line">
            <a:avLst/>
          </a:prstGeom>
          <a:noFill/>
          <a:ln w="17145">
            <a:solidFill>
              <a:srgbClr val="0B234C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847088" y="388620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8052" y="1074420"/>
            <a:ext cx="265176" cy="265176"/>
          </a:xfrm>
          <a:prstGeom prst="ellipse">
            <a:avLst/>
          </a:prstGeom>
          <a:solidFill>
            <a:srgbClr val="08214A"/>
          </a:solidFill>
          <a:ln w="12700">
            <a:solidFill>
              <a:srgbClr val="0821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56632" y="1110996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22392" y="113385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&amp; Audit Store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83480" y="1417320"/>
            <a:ext cx="2240280" cy="777240"/>
          </a:xfrm>
          <a:prstGeom prst="roundRect">
            <a:avLst>
              <a:gd name="adj" fmla="val 8235"/>
            </a:avLst>
          </a:prstGeom>
          <a:solidFill>
            <a:srgbClr val="FBF8FF"/>
          </a:solidFill>
          <a:ln w="14605">
            <a:solidFill>
              <a:srgbClr val="6F3D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93792" y="1554480"/>
            <a:ext cx="530352" cy="512064"/>
          </a:xfrm>
          <a:prstGeom prst="can">
            <a:avLst/>
          </a:prstGeom>
          <a:solidFill>
            <a:srgbClr val="7B4DBF"/>
          </a:solidFill>
          <a:ln w="10160">
            <a:solidFill>
              <a:srgbClr val="7B4D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16168" y="1581912"/>
            <a:ext cx="1042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status,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trail, and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events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70648" y="1490472"/>
            <a:ext cx="1490472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3335">
            <a:solidFill>
              <a:srgbClr val="6F3D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158191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F3D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replaced by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F3D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audit store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23760" y="1764792"/>
            <a:ext cx="246888" cy="-73152"/>
          </a:xfrm>
          <a:prstGeom prst="line">
            <a:avLst/>
          </a:prstGeom>
          <a:noFill/>
          <a:ln w="12700">
            <a:solidFill>
              <a:srgbClr val="6F3DB5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5234940" y="3214116"/>
            <a:ext cx="265176" cy="265176"/>
          </a:xfrm>
          <a:prstGeom prst="ellipse">
            <a:avLst/>
          </a:prstGeom>
          <a:solidFill>
            <a:srgbClr val="08214A"/>
          </a:solidFill>
          <a:ln w="12700">
            <a:solidFill>
              <a:srgbClr val="0821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3250692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64608" y="35478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DataOps Java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Service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18888" y="3913632"/>
            <a:ext cx="1143000" cy="804672"/>
          </a:xfrm>
          <a:prstGeom prst="roundRect">
            <a:avLst>
              <a:gd name="adj" fmla="val 9091"/>
            </a:avLst>
          </a:prstGeom>
          <a:solidFill>
            <a:srgbClr val="FFF9EA"/>
          </a:solidFill>
          <a:ln w="14605">
            <a:solidFill>
              <a:srgbClr val="D995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12080" y="4105656"/>
            <a:ext cx="694944" cy="118872"/>
          </a:xfrm>
          <a:prstGeom prst="roundRect">
            <a:avLst>
              <a:gd name="adj" fmla="val 23077"/>
            </a:avLst>
          </a:prstGeom>
          <a:solidFill>
            <a:srgbClr val="D09600"/>
          </a:solidFill>
          <a:ln w="6350">
            <a:solidFill>
              <a:srgbClr val="D096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32120" y="413766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15000" y="4137660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12080" y="4315968"/>
            <a:ext cx="694944" cy="118872"/>
          </a:xfrm>
          <a:prstGeom prst="roundRect">
            <a:avLst>
              <a:gd name="adj" fmla="val 23077"/>
            </a:avLst>
          </a:prstGeom>
          <a:solidFill>
            <a:srgbClr val="D09600"/>
          </a:solidFill>
          <a:ln w="6350">
            <a:solidFill>
              <a:srgbClr val="D096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32120" y="4347972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15000" y="4347972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12080" y="4526280"/>
            <a:ext cx="694944" cy="118872"/>
          </a:xfrm>
          <a:prstGeom prst="roundRect">
            <a:avLst>
              <a:gd name="adj" fmla="val 23077"/>
            </a:avLst>
          </a:prstGeom>
          <a:solidFill>
            <a:srgbClr val="D09600"/>
          </a:solidFill>
          <a:ln w="6350">
            <a:solidFill>
              <a:srgbClr val="D096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32120" y="4558284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15000" y="4558284"/>
            <a:ext cx="41148" cy="411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83480" y="4828032"/>
            <a:ext cx="868680" cy="448056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065">
            <a:solidFill>
              <a:srgbClr val="D995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57216" y="4928616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87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87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Node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520440" y="4169664"/>
            <a:ext cx="1280160" cy="0"/>
          </a:xfrm>
          <a:prstGeom prst="line">
            <a:avLst/>
          </a:prstGeom>
          <a:noFill/>
          <a:ln w="15240">
            <a:solidFill>
              <a:srgbClr val="0B234C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3657600" y="384048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audit event: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PENDING_EXECUTION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66944" y="2194560"/>
            <a:ext cx="0" cy="713232"/>
          </a:xfrm>
          <a:prstGeom prst="line">
            <a:avLst/>
          </a:prstGeom>
          <a:noFill/>
          <a:ln w="13335">
            <a:solidFill>
              <a:srgbClr val="6F3DB5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5266944" y="2907792"/>
            <a:ext cx="-246888" cy="246888"/>
          </a:xfrm>
          <a:prstGeom prst="line">
            <a:avLst/>
          </a:prstGeom>
          <a:noFill/>
          <a:ln w="13335">
            <a:solidFill>
              <a:srgbClr val="6F3DB5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5020056" y="3154680"/>
            <a:ext cx="0" cy="393192"/>
          </a:xfrm>
          <a:prstGeom prst="line">
            <a:avLst/>
          </a:prstGeom>
          <a:noFill/>
          <a:ln w="13335">
            <a:solidFill>
              <a:srgbClr val="6F3DB5"/>
            </a:solidFill>
            <a:prstDash val="solid"/>
            <a:headEnd type="non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4526280" y="2514600"/>
            <a:ext cx="530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event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760720" y="3867912"/>
            <a:ext cx="0" cy="-1673352"/>
          </a:xfrm>
          <a:prstGeom prst="line">
            <a:avLst/>
          </a:prstGeom>
          <a:noFill/>
          <a:ln w="13970">
            <a:solidFill>
              <a:srgbClr val="6F3DB5"/>
            </a:solidFill>
            <a:prstDash val="solid"/>
            <a:headEnd type="none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5486400" y="267004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status =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432804" y="3342132"/>
            <a:ext cx="265176" cy="265176"/>
          </a:xfrm>
          <a:prstGeom prst="ellipse">
            <a:avLst/>
          </a:prstGeom>
          <a:solidFill>
            <a:srgbClr val="08214A"/>
          </a:solidFill>
          <a:ln w="12700">
            <a:solidFill>
              <a:srgbClr val="0821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01384" y="337870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291072" y="3840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spark-submit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528816" y="2194560"/>
            <a:ext cx="0" cy="603504"/>
          </a:xfrm>
          <a:prstGeom prst="line">
            <a:avLst/>
          </a:prstGeom>
          <a:noFill/>
          <a:ln w="13335">
            <a:solidFill>
              <a:srgbClr val="6F3DB5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6528816" y="2798064"/>
            <a:ext cx="219456" cy="265176"/>
          </a:xfrm>
          <a:prstGeom prst="line">
            <a:avLst/>
          </a:prstGeom>
          <a:noFill/>
          <a:ln w="13335">
            <a:solidFill>
              <a:srgbClr val="6F3DB5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6748272" y="3063240"/>
            <a:ext cx="0" cy="-868680"/>
          </a:xfrm>
          <a:prstGeom prst="line">
            <a:avLst/>
          </a:prstGeom>
          <a:noFill/>
          <a:ln w="13335">
            <a:solidFill>
              <a:srgbClr val="6F3DB5"/>
            </a:solidFill>
            <a:prstDash val="solid"/>
            <a:headEnd type="none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6784848" y="2505456"/>
            <a:ext cx="6766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audit: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517636" y="2884932"/>
            <a:ext cx="265176" cy="265176"/>
          </a:xfrm>
          <a:prstGeom prst="ellipse">
            <a:avLst/>
          </a:prstGeom>
          <a:solidFill>
            <a:srgbClr val="08214A"/>
          </a:solidFill>
          <a:ln w="12700">
            <a:solidFill>
              <a:srgbClr val="0821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586216" y="292150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7808976" y="32735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/ Rule Execution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7370064" y="3511296"/>
            <a:ext cx="2221992" cy="1252728"/>
          </a:xfrm>
          <a:prstGeom prst="roundRect">
            <a:avLst>
              <a:gd name="adj" fmla="val 5839"/>
            </a:avLst>
          </a:prstGeom>
          <a:solidFill>
            <a:srgbClr val="F2F7FF"/>
          </a:solidFill>
          <a:ln w="14605">
            <a:solidFill>
              <a:srgbClr val="1F66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635240" y="3785616"/>
            <a:ext cx="182880" cy="182880"/>
          </a:xfrm>
          <a:prstGeom prst="ellipse">
            <a:avLst/>
          </a:prstGeom>
          <a:solidFill>
            <a:srgbClr val="1F66CC"/>
          </a:solidFill>
          <a:ln w="12700">
            <a:solidFill>
              <a:srgbClr val="1F66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470648" y="4105656"/>
            <a:ext cx="182880" cy="182880"/>
          </a:xfrm>
          <a:prstGeom prst="ellipse">
            <a:avLst/>
          </a:prstGeom>
          <a:solidFill>
            <a:srgbClr val="1F66CC"/>
          </a:solidFill>
          <a:ln w="12700">
            <a:solidFill>
              <a:srgbClr val="1F66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18704" y="4105656"/>
            <a:ext cx="182880" cy="182880"/>
          </a:xfrm>
          <a:prstGeom prst="ellipse">
            <a:avLst/>
          </a:prstGeom>
          <a:solidFill>
            <a:srgbClr val="1F66CC"/>
          </a:solidFill>
          <a:ln w="12700">
            <a:solidFill>
              <a:srgbClr val="1F66C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26680" y="3959352"/>
            <a:ext cx="-164592" cy="155448"/>
          </a:xfrm>
          <a:prstGeom prst="line">
            <a:avLst/>
          </a:prstGeom>
          <a:noFill/>
          <a:ln w="1651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7726680" y="3959352"/>
            <a:ext cx="246888" cy="155448"/>
          </a:xfrm>
          <a:prstGeom prst="line">
            <a:avLst/>
          </a:prstGeom>
          <a:noFill/>
          <a:ln w="1651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7562088" y="4197096"/>
            <a:ext cx="374904" cy="0"/>
          </a:xfrm>
          <a:prstGeom prst="line">
            <a:avLst/>
          </a:prstGeom>
          <a:noFill/>
          <a:ln w="1651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8083296" y="3712464"/>
            <a:ext cx="1417320" cy="329184"/>
          </a:xfrm>
          <a:prstGeom prst="roundRect">
            <a:avLst>
              <a:gd name="adj" fmla="val 11111"/>
            </a:avLst>
          </a:prstGeom>
          <a:solidFill>
            <a:srgbClr val="2F6FCB"/>
          </a:solidFill>
          <a:ln w="10160">
            <a:solidFill>
              <a:srgbClr val="1B4E9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48472" y="3794760"/>
            <a:ext cx="8778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the Rule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83296" y="4105656"/>
            <a:ext cx="1417320" cy="283464"/>
          </a:xfrm>
          <a:prstGeom prst="roundRect">
            <a:avLst>
              <a:gd name="adj" fmla="val 9677"/>
            </a:avLst>
          </a:prstGeom>
          <a:solidFill>
            <a:srgbClr val="F9FBFF"/>
          </a:solidFill>
          <a:ln w="9525">
            <a:solidFill>
              <a:srgbClr val="9FB2D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183880" y="418795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deequ-2.0.0-spark-3.1.jar</a:t>
            </a:r>
            <a:endParaRPr lang="en-US" sz="830" dirty="0"/>
          </a:p>
        </p:txBody>
      </p:sp>
      <p:sp>
        <p:nvSpPr>
          <p:cNvPr id="82" name="Shape 80"/>
          <p:cNvSpPr/>
          <p:nvPr/>
        </p:nvSpPr>
        <p:spPr>
          <a:xfrm>
            <a:off x="8083296" y="4471416"/>
            <a:ext cx="1417320" cy="310896"/>
          </a:xfrm>
          <a:prstGeom prst="roundRect">
            <a:avLst>
              <a:gd name="adj" fmla="val 8824"/>
            </a:avLst>
          </a:prstGeom>
          <a:solidFill>
            <a:srgbClr val="F9FBFF"/>
          </a:solidFill>
          <a:ln w="9525">
            <a:solidFill>
              <a:srgbClr val="9FB2D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119872" y="4572000"/>
            <a:ext cx="1316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rules-execution-engine-1.0.jar</a:t>
            </a:r>
            <a:endParaRPr lang="en-US" sz="810" dirty="0"/>
          </a:p>
        </p:txBody>
      </p:sp>
      <p:sp>
        <p:nvSpPr>
          <p:cNvPr id="84" name="Shape 82"/>
          <p:cNvSpPr/>
          <p:nvPr/>
        </p:nvSpPr>
        <p:spPr>
          <a:xfrm>
            <a:off x="7543800" y="4992624"/>
            <a:ext cx="1901952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1F66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726680" y="5093208"/>
            <a:ext cx="1536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F66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 cluster executes DQ rule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080760" y="4215384"/>
            <a:ext cx="1197864" cy="0"/>
          </a:xfrm>
          <a:prstGeom prst="line">
            <a:avLst/>
          </a:prstGeom>
          <a:noFill/>
          <a:ln w="17145">
            <a:solidFill>
              <a:srgbClr val="0B234C"/>
            </a:solidFill>
            <a:prstDash val="solid"/>
            <a:headEnd type="none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9592056" y="4187952"/>
            <a:ext cx="905256" cy="0"/>
          </a:xfrm>
          <a:prstGeom prst="line">
            <a:avLst/>
          </a:prstGeom>
          <a:noFill/>
          <a:ln w="15240">
            <a:solidFill>
              <a:srgbClr val="0B234C"/>
            </a:solidFill>
            <a:prstDash val="solid"/>
            <a:headEnd type="none"/>
            <a:tailEnd type="triangle"/>
          </a:ln>
        </p:spPr>
      </p:sp>
      <p:sp>
        <p:nvSpPr>
          <p:cNvPr id="88" name="Text 86"/>
          <p:cNvSpPr/>
          <p:nvPr/>
        </p:nvSpPr>
        <p:spPr>
          <a:xfrm>
            <a:off x="9747504" y="3886200"/>
            <a:ext cx="475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result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0959084" y="2884932"/>
            <a:ext cx="265176" cy="265176"/>
          </a:xfrm>
          <a:prstGeom prst="ellipse">
            <a:avLst/>
          </a:prstGeom>
          <a:solidFill>
            <a:srgbClr val="08214A"/>
          </a:solidFill>
          <a:ln w="12700">
            <a:solidFill>
              <a:srgbClr val="08214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1027664" y="292150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300" dirty="0"/>
          </a:p>
        </p:txBody>
      </p:sp>
      <p:sp>
        <p:nvSpPr>
          <p:cNvPr id="91" name="Text 89"/>
          <p:cNvSpPr/>
          <p:nvPr/>
        </p:nvSpPr>
        <p:spPr>
          <a:xfrm>
            <a:off x="10625328" y="3273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Decision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10625328" y="3566160"/>
            <a:ext cx="850392" cy="932688"/>
          </a:xfrm>
          <a:prstGeom prst="diamond">
            <a:avLst/>
          </a:prstGeom>
          <a:solidFill>
            <a:srgbClr val="F8FBFF"/>
          </a:solidFill>
          <a:ln w="15875">
            <a:solidFill>
              <a:srgbClr val="0B234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0844784" y="387705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C6B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⚖</a:t>
            </a:r>
            <a:endParaRPr lang="en-US" sz="2400" dirty="0"/>
          </a:p>
        </p:txBody>
      </p:sp>
      <p:sp>
        <p:nvSpPr>
          <p:cNvPr id="94" name="Shape 92"/>
          <p:cNvSpPr/>
          <p:nvPr/>
        </p:nvSpPr>
        <p:spPr>
          <a:xfrm>
            <a:off x="11475720" y="4032504"/>
            <a:ext cx="576072" cy="0"/>
          </a:xfrm>
          <a:prstGeom prst="line">
            <a:avLst/>
          </a:prstGeom>
          <a:noFill/>
          <a:ln w="22860">
            <a:solidFill>
              <a:srgbClr val="138A3D"/>
            </a:solidFill>
            <a:prstDash val="solid"/>
            <a:headEnd type="none"/>
            <a:tailEnd type="triangle"/>
          </a:ln>
        </p:spPr>
      </p:sp>
      <p:sp>
        <p:nvSpPr>
          <p:cNvPr id="95" name="Text 93"/>
          <p:cNvSpPr/>
          <p:nvPr/>
        </p:nvSpPr>
        <p:spPr>
          <a:xfrm>
            <a:off x="11667744" y="3813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38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11045952" y="4498848"/>
            <a:ext cx="0" cy="502920"/>
          </a:xfrm>
          <a:prstGeom prst="line">
            <a:avLst/>
          </a:prstGeom>
          <a:noFill/>
          <a:ln w="19050">
            <a:solidFill>
              <a:srgbClr val="E41D1D"/>
            </a:solidFill>
            <a:prstDash val="solid"/>
            <a:headEnd type="none"/>
            <a:tailEnd type="triangle"/>
          </a:ln>
        </p:spPr>
      </p:sp>
      <p:sp>
        <p:nvSpPr>
          <p:cNvPr id="97" name="Text 95"/>
          <p:cNvSpPr/>
          <p:nvPr/>
        </p:nvSpPr>
        <p:spPr>
          <a:xfrm>
            <a:off x="11183112" y="46908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41D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11045952" y="5001768"/>
            <a:ext cx="0" cy="658368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99" name="Shape 97"/>
          <p:cNvSpPr/>
          <p:nvPr/>
        </p:nvSpPr>
        <p:spPr>
          <a:xfrm>
            <a:off x="96012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107899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01" name="Shape 99"/>
          <p:cNvSpPr/>
          <p:nvPr/>
        </p:nvSpPr>
        <p:spPr>
          <a:xfrm>
            <a:off x="119786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131673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03" name="Shape 101"/>
          <p:cNvSpPr/>
          <p:nvPr/>
        </p:nvSpPr>
        <p:spPr>
          <a:xfrm>
            <a:off x="143560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04" name="Shape 102"/>
          <p:cNvSpPr/>
          <p:nvPr/>
        </p:nvSpPr>
        <p:spPr>
          <a:xfrm>
            <a:off x="155448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05" name="Shape 103"/>
          <p:cNvSpPr/>
          <p:nvPr/>
        </p:nvSpPr>
        <p:spPr>
          <a:xfrm>
            <a:off x="167335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06" name="Shape 104"/>
          <p:cNvSpPr/>
          <p:nvPr/>
        </p:nvSpPr>
        <p:spPr>
          <a:xfrm>
            <a:off x="179222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191109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08" name="Shape 106"/>
          <p:cNvSpPr/>
          <p:nvPr/>
        </p:nvSpPr>
        <p:spPr>
          <a:xfrm>
            <a:off x="202996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09" name="Shape 107"/>
          <p:cNvSpPr/>
          <p:nvPr/>
        </p:nvSpPr>
        <p:spPr>
          <a:xfrm>
            <a:off x="214884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10" name="Shape 108"/>
          <p:cNvSpPr/>
          <p:nvPr/>
        </p:nvSpPr>
        <p:spPr>
          <a:xfrm>
            <a:off x="226771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11" name="Shape 109"/>
          <p:cNvSpPr/>
          <p:nvPr/>
        </p:nvSpPr>
        <p:spPr>
          <a:xfrm>
            <a:off x="238658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12" name="Shape 110"/>
          <p:cNvSpPr/>
          <p:nvPr/>
        </p:nvSpPr>
        <p:spPr>
          <a:xfrm>
            <a:off x="250545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13" name="Shape 111"/>
          <p:cNvSpPr/>
          <p:nvPr/>
        </p:nvSpPr>
        <p:spPr>
          <a:xfrm>
            <a:off x="262432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14" name="Shape 112"/>
          <p:cNvSpPr/>
          <p:nvPr/>
        </p:nvSpPr>
        <p:spPr>
          <a:xfrm>
            <a:off x="274320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15" name="Shape 113"/>
          <p:cNvSpPr/>
          <p:nvPr/>
        </p:nvSpPr>
        <p:spPr>
          <a:xfrm>
            <a:off x="286207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16" name="Shape 114"/>
          <p:cNvSpPr/>
          <p:nvPr/>
        </p:nvSpPr>
        <p:spPr>
          <a:xfrm>
            <a:off x="298094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17" name="Shape 115"/>
          <p:cNvSpPr/>
          <p:nvPr/>
        </p:nvSpPr>
        <p:spPr>
          <a:xfrm>
            <a:off x="309981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18" name="Shape 116"/>
          <p:cNvSpPr/>
          <p:nvPr/>
        </p:nvSpPr>
        <p:spPr>
          <a:xfrm>
            <a:off x="321868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19" name="Shape 117"/>
          <p:cNvSpPr/>
          <p:nvPr/>
        </p:nvSpPr>
        <p:spPr>
          <a:xfrm>
            <a:off x="333756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20" name="Shape 118"/>
          <p:cNvSpPr/>
          <p:nvPr/>
        </p:nvSpPr>
        <p:spPr>
          <a:xfrm>
            <a:off x="345643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21" name="Shape 119"/>
          <p:cNvSpPr/>
          <p:nvPr/>
        </p:nvSpPr>
        <p:spPr>
          <a:xfrm>
            <a:off x="357530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369417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23" name="Shape 121"/>
          <p:cNvSpPr/>
          <p:nvPr/>
        </p:nvSpPr>
        <p:spPr>
          <a:xfrm>
            <a:off x="381304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24" name="Shape 122"/>
          <p:cNvSpPr/>
          <p:nvPr/>
        </p:nvSpPr>
        <p:spPr>
          <a:xfrm>
            <a:off x="393192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405079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26" name="Shape 124"/>
          <p:cNvSpPr/>
          <p:nvPr/>
        </p:nvSpPr>
        <p:spPr>
          <a:xfrm>
            <a:off x="416966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27" name="Shape 125"/>
          <p:cNvSpPr/>
          <p:nvPr/>
        </p:nvSpPr>
        <p:spPr>
          <a:xfrm>
            <a:off x="428853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28" name="Shape 126"/>
          <p:cNvSpPr/>
          <p:nvPr/>
        </p:nvSpPr>
        <p:spPr>
          <a:xfrm>
            <a:off x="440740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29" name="Shape 127"/>
          <p:cNvSpPr/>
          <p:nvPr/>
        </p:nvSpPr>
        <p:spPr>
          <a:xfrm>
            <a:off x="452628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30" name="Shape 128"/>
          <p:cNvSpPr/>
          <p:nvPr/>
        </p:nvSpPr>
        <p:spPr>
          <a:xfrm>
            <a:off x="464515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31" name="Shape 129"/>
          <p:cNvSpPr/>
          <p:nvPr/>
        </p:nvSpPr>
        <p:spPr>
          <a:xfrm>
            <a:off x="476402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32" name="Shape 130"/>
          <p:cNvSpPr/>
          <p:nvPr/>
        </p:nvSpPr>
        <p:spPr>
          <a:xfrm>
            <a:off x="488289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33" name="Shape 131"/>
          <p:cNvSpPr/>
          <p:nvPr/>
        </p:nvSpPr>
        <p:spPr>
          <a:xfrm>
            <a:off x="500176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34" name="Shape 132"/>
          <p:cNvSpPr/>
          <p:nvPr/>
        </p:nvSpPr>
        <p:spPr>
          <a:xfrm>
            <a:off x="512064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35" name="Shape 133"/>
          <p:cNvSpPr/>
          <p:nvPr/>
        </p:nvSpPr>
        <p:spPr>
          <a:xfrm>
            <a:off x="523951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36" name="Shape 134"/>
          <p:cNvSpPr/>
          <p:nvPr/>
        </p:nvSpPr>
        <p:spPr>
          <a:xfrm>
            <a:off x="535838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37" name="Shape 135"/>
          <p:cNvSpPr/>
          <p:nvPr/>
        </p:nvSpPr>
        <p:spPr>
          <a:xfrm>
            <a:off x="547725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38" name="Shape 136"/>
          <p:cNvSpPr/>
          <p:nvPr/>
        </p:nvSpPr>
        <p:spPr>
          <a:xfrm>
            <a:off x="559612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39" name="Shape 137"/>
          <p:cNvSpPr/>
          <p:nvPr/>
        </p:nvSpPr>
        <p:spPr>
          <a:xfrm>
            <a:off x="571500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40" name="Shape 138"/>
          <p:cNvSpPr/>
          <p:nvPr/>
        </p:nvSpPr>
        <p:spPr>
          <a:xfrm>
            <a:off x="583387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41" name="Shape 139"/>
          <p:cNvSpPr/>
          <p:nvPr/>
        </p:nvSpPr>
        <p:spPr>
          <a:xfrm>
            <a:off x="595274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42" name="Shape 140"/>
          <p:cNvSpPr/>
          <p:nvPr/>
        </p:nvSpPr>
        <p:spPr>
          <a:xfrm>
            <a:off x="607161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43" name="Shape 141"/>
          <p:cNvSpPr/>
          <p:nvPr/>
        </p:nvSpPr>
        <p:spPr>
          <a:xfrm>
            <a:off x="619048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44" name="Shape 142"/>
          <p:cNvSpPr/>
          <p:nvPr/>
        </p:nvSpPr>
        <p:spPr>
          <a:xfrm>
            <a:off x="630936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45" name="Shape 143"/>
          <p:cNvSpPr/>
          <p:nvPr/>
        </p:nvSpPr>
        <p:spPr>
          <a:xfrm>
            <a:off x="642823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46" name="Shape 144"/>
          <p:cNvSpPr/>
          <p:nvPr/>
        </p:nvSpPr>
        <p:spPr>
          <a:xfrm>
            <a:off x="654710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47" name="Shape 145"/>
          <p:cNvSpPr/>
          <p:nvPr/>
        </p:nvSpPr>
        <p:spPr>
          <a:xfrm>
            <a:off x="666597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48" name="Shape 146"/>
          <p:cNvSpPr/>
          <p:nvPr/>
        </p:nvSpPr>
        <p:spPr>
          <a:xfrm>
            <a:off x="678484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49" name="Shape 147"/>
          <p:cNvSpPr/>
          <p:nvPr/>
        </p:nvSpPr>
        <p:spPr>
          <a:xfrm>
            <a:off x="690372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50" name="Shape 148"/>
          <p:cNvSpPr/>
          <p:nvPr/>
        </p:nvSpPr>
        <p:spPr>
          <a:xfrm>
            <a:off x="702259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51" name="Shape 149"/>
          <p:cNvSpPr/>
          <p:nvPr/>
        </p:nvSpPr>
        <p:spPr>
          <a:xfrm>
            <a:off x="714146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52" name="Shape 150"/>
          <p:cNvSpPr/>
          <p:nvPr/>
        </p:nvSpPr>
        <p:spPr>
          <a:xfrm>
            <a:off x="726033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53" name="Shape 151"/>
          <p:cNvSpPr/>
          <p:nvPr/>
        </p:nvSpPr>
        <p:spPr>
          <a:xfrm>
            <a:off x="737920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54" name="Shape 152"/>
          <p:cNvSpPr/>
          <p:nvPr/>
        </p:nvSpPr>
        <p:spPr>
          <a:xfrm>
            <a:off x="749808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55" name="Shape 153"/>
          <p:cNvSpPr/>
          <p:nvPr/>
        </p:nvSpPr>
        <p:spPr>
          <a:xfrm>
            <a:off x="761695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56" name="Shape 154"/>
          <p:cNvSpPr/>
          <p:nvPr/>
        </p:nvSpPr>
        <p:spPr>
          <a:xfrm>
            <a:off x="773582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57" name="Shape 155"/>
          <p:cNvSpPr/>
          <p:nvPr/>
        </p:nvSpPr>
        <p:spPr>
          <a:xfrm>
            <a:off x="785469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58" name="Shape 156"/>
          <p:cNvSpPr/>
          <p:nvPr/>
        </p:nvSpPr>
        <p:spPr>
          <a:xfrm>
            <a:off x="797356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59" name="Shape 157"/>
          <p:cNvSpPr/>
          <p:nvPr/>
        </p:nvSpPr>
        <p:spPr>
          <a:xfrm>
            <a:off x="809244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60" name="Shape 158"/>
          <p:cNvSpPr/>
          <p:nvPr/>
        </p:nvSpPr>
        <p:spPr>
          <a:xfrm>
            <a:off x="821131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61" name="Shape 159"/>
          <p:cNvSpPr/>
          <p:nvPr/>
        </p:nvSpPr>
        <p:spPr>
          <a:xfrm>
            <a:off x="833018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62" name="Shape 160"/>
          <p:cNvSpPr/>
          <p:nvPr/>
        </p:nvSpPr>
        <p:spPr>
          <a:xfrm>
            <a:off x="844905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63" name="Shape 161"/>
          <p:cNvSpPr/>
          <p:nvPr/>
        </p:nvSpPr>
        <p:spPr>
          <a:xfrm>
            <a:off x="856792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64" name="Shape 162"/>
          <p:cNvSpPr/>
          <p:nvPr/>
        </p:nvSpPr>
        <p:spPr>
          <a:xfrm>
            <a:off x="868680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65" name="Shape 163"/>
          <p:cNvSpPr/>
          <p:nvPr/>
        </p:nvSpPr>
        <p:spPr>
          <a:xfrm>
            <a:off x="880567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66" name="Shape 164"/>
          <p:cNvSpPr/>
          <p:nvPr/>
        </p:nvSpPr>
        <p:spPr>
          <a:xfrm>
            <a:off x="892454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67" name="Shape 165"/>
          <p:cNvSpPr/>
          <p:nvPr/>
        </p:nvSpPr>
        <p:spPr>
          <a:xfrm>
            <a:off x="904341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68" name="Shape 166"/>
          <p:cNvSpPr/>
          <p:nvPr/>
        </p:nvSpPr>
        <p:spPr>
          <a:xfrm>
            <a:off x="916228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69" name="Shape 167"/>
          <p:cNvSpPr/>
          <p:nvPr/>
        </p:nvSpPr>
        <p:spPr>
          <a:xfrm>
            <a:off x="928116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70" name="Shape 168"/>
          <p:cNvSpPr/>
          <p:nvPr/>
        </p:nvSpPr>
        <p:spPr>
          <a:xfrm>
            <a:off x="940003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71" name="Shape 169"/>
          <p:cNvSpPr/>
          <p:nvPr/>
        </p:nvSpPr>
        <p:spPr>
          <a:xfrm>
            <a:off x="951890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72" name="Shape 170"/>
          <p:cNvSpPr/>
          <p:nvPr/>
        </p:nvSpPr>
        <p:spPr>
          <a:xfrm>
            <a:off x="963777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73" name="Shape 171"/>
          <p:cNvSpPr/>
          <p:nvPr/>
        </p:nvSpPr>
        <p:spPr>
          <a:xfrm>
            <a:off x="975664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74" name="Shape 172"/>
          <p:cNvSpPr/>
          <p:nvPr/>
        </p:nvSpPr>
        <p:spPr>
          <a:xfrm>
            <a:off x="987552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75" name="Shape 173"/>
          <p:cNvSpPr/>
          <p:nvPr/>
        </p:nvSpPr>
        <p:spPr>
          <a:xfrm>
            <a:off x="999439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76" name="Shape 174"/>
          <p:cNvSpPr/>
          <p:nvPr/>
        </p:nvSpPr>
        <p:spPr>
          <a:xfrm>
            <a:off x="1011326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77" name="Shape 175"/>
          <p:cNvSpPr/>
          <p:nvPr/>
        </p:nvSpPr>
        <p:spPr>
          <a:xfrm>
            <a:off x="1023213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78" name="Shape 176"/>
          <p:cNvSpPr/>
          <p:nvPr/>
        </p:nvSpPr>
        <p:spPr>
          <a:xfrm>
            <a:off x="1035100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79" name="Shape 177"/>
          <p:cNvSpPr/>
          <p:nvPr/>
        </p:nvSpPr>
        <p:spPr>
          <a:xfrm>
            <a:off x="10469880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80" name="Shape 178"/>
          <p:cNvSpPr/>
          <p:nvPr/>
        </p:nvSpPr>
        <p:spPr>
          <a:xfrm>
            <a:off x="10588752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81" name="Shape 179"/>
          <p:cNvSpPr/>
          <p:nvPr/>
        </p:nvSpPr>
        <p:spPr>
          <a:xfrm>
            <a:off x="10707624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82" name="Shape 180"/>
          <p:cNvSpPr/>
          <p:nvPr/>
        </p:nvSpPr>
        <p:spPr>
          <a:xfrm>
            <a:off x="10826496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83" name="Shape 181"/>
          <p:cNvSpPr/>
          <p:nvPr/>
        </p:nvSpPr>
        <p:spPr>
          <a:xfrm>
            <a:off x="10945368" y="5660136"/>
            <a:ext cx="64008" cy="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none"/>
          </a:ln>
        </p:spPr>
      </p:sp>
      <p:sp>
        <p:nvSpPr>
          <p:cNvPr id="184" name="Shape 182"/>
          <p:cNvSpPr/>
          <p:nvPr/>
        </p:nvSpPr>
        <p:spPr>
          <a:xfrm>
            <a:off x="960120" y="5660136"/>
            <a:ext cx="0" cy="-868680"/>
          </a:xfrm>
          <a:prstGeom prst="line">
            <a:avLst/>
          </a:prstGeom>
          <a:noFill/>
          <a:ln w="12700">
            <a:solidFill>
              <a:srgbClr val="1F66CC"/>
            </a:solidFill>
            <a:prstDash val="solid"/>
            <a:headEnd type="none"/>
            <a:tailEnd type="triangle"/>
          </a:ln>
        </p:spPr>
      </p:sp>
      <p:sp>
        <p:nvSpPr>
          <p:cNvPr id="185" name="Shape 183"/>
          <p:cNvSpPr/>
          <p:nvPr/>
        </p:nvSpPr>
        <p:spPr>
          <a:xfrm>
            <a:off x="5353812" y="5536692"/>
            <a:ext cx="265176" cy="265176"/>
          </a:xfrm>
          <a:prstGeom prst="ellipse">
            <a:avLst/>
          </a:prstGeom>
          <a:solidFill>
            <a:srgbClr val="08214A"/>
          </a:solidFill>
          <a:ln w="12700">
            <a:solidFill>
              <a:srgbClr val="08214A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422392" y="5573268"/>
            <a:ext cx="128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300" dirty="0"/>
          </a:p>
        </p:txBody>
      </p:sp>
      <p:sp>
        <p:nvSpPr>
          <p:cNvPr id="187" name="Text 185"/>
          <p:cNvSpPr/>
          <p:nvPr/>
        </p:nvSpPr>
        <p:spPr>
          <a:xfrm>
            <a:off x="5184648" y="587044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current status</a:t>
            </a:r>
            <a:endParaRPr lang="en-US" sz="1100" dirty="0"/>
          </a:p>
        </p:txBody>
      </p:sp>
      <p:sp>
        <p:nvSpPr>
          <p:cNvPr id="188" name="Shape 186"/>
          <p:cNvSpPr/>
          <p:nvPr/>
        </p:nvSpPr>
        <p:spPr>
          <a:xfrm>
            <a:off x="1600200" y="6272784"/>
            <a:ext cx="8869680" cy="429768"/>
          </a:xfrm>
          <a:prstGeom prst="roundRect">
            <a:avLst>
              <a:gd name="adj" fmla="val 10638"/>
            </a:avLst>
          </a:prstGeom>
          <a:solidFill>
            <a:srgbClr val="F4F7FB"/>
          </a:solidFill>
          <a:ln w="10160">
            <a:solidFill>
              <a:srgbClr val="AEBBD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737360" y="6364224"/>
            <a:ext cx="256032" cy="256032"/>
          </a:xfrm>
          <a:prstGeom prst="ellipse">
            <a:avLst/>
          </a:prstGeom>
          <a:solidFill>
            <a:srgbClr val="1F66CC"/>
          </a:solidFill>
          <a:ln w="12700">
            <a:solidFill>
              <a:srgbClr val="1F66CC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819656" y="6396228"/>
            <a:ext cx="731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1400" dirty="0"/>
          </a:p>
        </p:txBody>
      </p:sp>
      <p:sp>
        <p:nvSpPr>
          <p:cNvPr id="191" name="Text 189"/>
          <p:cNvSpPr/>
          <p:nvPr/>
        </p:nvSpPr>
        <p:spPr>
          <a:xfrm>
            <a:off x="2176272" y="6419088"/>
            <a:ext cx="7680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252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simplified to UI, API, audit store, Java batch service, Spark submit, cluster execution, and result auditing.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DataHub Workflow - exact visual and editable version</dc:title>
  <dc:subject>DataHub syntax semantic check workflow</dc:subject>
  <dc:creator>OpenAI</dc:creator>
  <cp:lastModifiedBy>OpenAI</cp:lastModifiedBy>
  <cp:revision>1</cp:revision>
  <dcterms:created xsi:type="dcterms:W3CDTF">2026-04-24T04:21:42Z</dcterms:created>
  <dcterms:modified xsi:type="dcterms:W3CDTF">2026-04-24T04:21:42Z</dcterms:modified>
</cp:coreProperties>
</file>